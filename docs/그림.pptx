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2D35"/>
    <a:srgbClr val="2F2B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0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x Han" userId="80b1d1c253b4c48f" providerId="LiveId" clId="{E464A01F-8572-4F70-8569-0DBADB764DEC}"/>
    <pc:docChg chg="custSel modSld">
      <pc:chgData name="Felix Han" userId="80b1d1c253b4c48f" providerId="LiveId" clId="{E464A01F-8572-4F70-8569-0DBADB764DEC}" dt="2026-02-26T04:57:11.078" v="30" actId="21"/>
      <pc:docMkLst>
        <pc:docMk/>
      </pc:docMkLst>
      <pc:sldChg chg="addSp delSp modSp mod">
        <pc:chgData name="Felix Han" userId="80b1d1c253b4c48f" providerId="LiveId" clId="{E464A01F-8572-4F70-8569-0DBADB764DEC}" dt="2026-02-26T04:57:11.078" v="30" actId="21"/>
        <pc:sldMkLst>
          <pc:docMk/>
          <pc:sldMk cId="1126530694" sldId="256"/>
        </pc:sldMkLst>
        <pc:spChg chg="add mod">
          <ac:chgData name="Felix Han" userId="80b1d1c253b4c48f" providerId="LiveId" clId="{E464A01F-8572-4F70-8569-0DBADB764DEC}" dt="2026-02-26T04:56:15.929" v="13" actId="1076"/>
          <ac:spMkLst>
            <pc:docMk/>
            <pc:sldMk cId="1126530694" sldId="256"/>
            <ac:spMk id="3" creationId="{1782A704-14E2-D752-3A64-7402C40D8776}"/>
          </ac:spMkLst>
        </pc:spChg>
        <pc:spChg chg="add mod">
          <ac:chgData name="Felix Han" userId="80b1d1c253b4c48f" providerId="LiveId" clId="{E464A01F-8572-4F70-8569-0DBADB764DEC}" dt="2026-02-26T04:56:15.929" v="13" actId="1076"/>
          <ac:spMkLst>
            <pc:docMk/>
            <pc:sldMk cId="1126530694" sldId="256"/>
            <ac:spMk id="4" creationId="{ED45318A-1577-75A3-348E-B8DD630FA719}"/>
          </ac:spMkLst>
        </pc:spChg>
        <pc:spChg chg="mod">
          <ac:chgData name="Felix Han" userId="80b1d1c253b4c48f" providerId="LiveId" clId="{E464A01F-8572-4F70-8569-0DBADB764DEC}" dt="2026-02-26T04:56:15.929" v="13" actId="1076"/>
          <ac:spMkLst>
            <pc:docMk/>
            <pc:sldMk cId="1126530694" sldId="256"/>
            <ac:spMk id="9" creationId="{23700278-9664-D7E9-5748-BBCAF7E043EA}"/>
          </ac:spMkLst>
        </pc:spChg>
        <pc:spChg chg="add mod">
          <ac:chgData name="Felix Han" userId="80b1d1c253b4c48f" providerId="LiveId" clId="{E464A01F-8572-4F70-8569-0DBADB764DEC}" dt="2026-02-26T04:55:45.786" v="6"/>
          <ac:spMkLst>
            <pc:docMk/>
            <pc:sldMk cId="1126530694" sldId="256"/>
            <ac:spMk id="10" creationId="{3C8D9A69-E584-39FC-0C1C-F20C36996810}"/>
          </ac:spMkLst>
        </pc:spChg>
        <pc:spChg chg="add mod">
          <ac:chgData name="Felix Han" userId="80b1d1c253b4c48f" providerId="LiveId" clId="{E464A01F-8572-4F70-8569-0DBADB764DEC}" dt="2026-02-26T04:55:45.786" v="6"/>
          <ac:spMkLst>
            <pc:docMk/>
            <pc:sldMk cId="1126530694" sldId="256"/>
            <ac:spMk id="12" creationId="{D0BAFDC2-D4E2-DE91-E26A-BC6021DB5E2E}"/>
          </ac:spMkLst>
        </pc:spChg>
        <pc:spChg chg="add mod">
          <ac:chgData name="Felix Han" userId="80b1d1c253b4c48f" providerId="LiveId" clId="{E464A01F-8572-4F70-8569-0DBADB764DEC}" dt="2026-02-26T04:55:45.786" v="6"/>
          <ac:spMkLst>
            <pc:docMk/>
            <pc:sldMk cId="1126530694" sldId="256"/>
            <ac:spMk id="13" creationId="{F8FC6C6E-AF3D-3755-459E-047ABE2C8435}"/>
          </ac:spMkLst>
        </pc:spChg>
        <pc:spChg chg="add mod">
          <ac:chgData name="Felix Han" userId="80b1d1c253b4c48f" providerId="LiveId" clId="{E464A01F-8572-4F70-8569-0DBADB764DEC}" dt="2026-02-26T04:56:21.525" v="15" actId="571"/>
          <ac:spMkLst>
            <pc:docMk/>
            <pc:sldMk cId="1126530694" sldId="256"/>
            <ac:spMk id="16" creationId="{7A0AFD3C-CC86-038F-9B06-86DC38672BBD}"/>
          </ac:spMkLst>
        </pc:spChg>
        <pc:spChg chg="add mod">
          <ac:chgData name="Felix Han" userId="80b1d1c253b4c48f" providerId="LiveId" clId="{E464A01F-8572-4F70-8569-0DBADB764DEC}" dt="2026-02-26T04:56:38.791" v="19" actId="14100"/>
          <ac:spMkLst>
            <pc:docMk/>
            <pc:sldMk cId="1126530694" sldId="256"/>
            <ac:spMk id="17" creationId="{637157AE-B2D6-759B-AC13-42DBAFE6317C}"/>
          </ac:spMkLst>
        </pc:spChg>
        <pc:spChg chg="add mod">
          <ac:chgData name="Felix Han" userId="80b1d1c253b4c48f" providerId="LiveId" clId="{E464A01F-8572-4F70-8569-0DBADB764DEC}" dt="2026-02-26T04:57:02.678" v="27" actId="1076"/>
          <ac:spMkLst>
            <pc:docMk/>
            <pc:sldMk cId="1126530694" sldId="256"/>
            <ac:spMk id="18" creationId="{CC42547B-A276-A17D-7F5A-7ED1FD4444F8}"/>
          </ac:spMkLst>
        </pc:spChg>
        <pc:spChg chg="add mod">
          <ac:chgData name="Felix Han" userId="80b1d1c253b4c48f" providerId="LiveId" clId="{E464A01F-8572-4F70-8569-0DBADB764DEC}" dt="2026-02-26T04:57:05.663" v="28"/>
          <ac:spMkLst>
            <pc:docMk/>
            <pc:sldMk cId="1126530694" sldId="256"/>
            <ac:spMk id="20" creationId="{954BBF1B-B9E8-F8C6-C9DC-697DDD141115}"/>
          </ac:spMkLst>
        </pc:spChg>
        <pc:spChg chg="add mod">
          <ac:chgData name="Felix Han" userId="80b1d1c253b4c48f" providerId="LiveId" clId="{E464A01F-8572-4F70-8569-0DBADB764DEC}" dt="2026-02-26T04:57:05.663" v="28"/>
          <ac:spMkLst>
            <pc:docMk/>
            <pc:sldMk cId="1126530694" sldId="256"/>
            <ac:spMk id="21" creationId="{5D523059-57E3-17A5-2B4A-6774C527F9CE}"/>
          </ac:spMkLst>
        </pc:spChg>
        <pc:spChg chg="add mod">
          <ac:chgData name="Felix Han" userId="80b1d1c253b4c48f" providerId="LiveId" clId="{E464A01F-8572-4F70-8569-0DBADB764DEC}" dt="2026-02-26T04:57:05.663" v="28"/>
          <ac:spMkLst>
            <pc:docMk/>
            <pc:sldMk cId="1126530694" sldId="256"/>
            <ac:spMk id="22" creationId="{F359FA20-EEB8-57C4-8168-2B6249519979}"/>
          </ac:spMkLst>
        </pc:spChg>
        <pc:picChg chg="add mod">
          <ac:chgData name="Felix Han" userId="80b1d1c253b4c48f" providerId="LiveId" clId="{E464A01F-8572-4F70-8569-0DBADB764DEC}" dt="2026-02-26T04:56:15.929" v="13" actId="1076"/>
          <ac:picMkLst>
            <pc:docMk/>
            <pc:sldMk cId="1126530694" sldId="256"/>
            <ac:picMk id="2" creationId="{4E3CDA58-459A-FF79-37CC-4B07027C2CCA}"/>
          </ac:picMkLst>
        </pc:picChg>
        <pc:picChg chg="add mod">
          <ac:chgData name="Felix Han" userId="80b1d1c253b4c48f" providerId="LiveId" clId="{E464A01F-8572-4F70-8569-0DBADB764DEC}" dt="2026-02-26T04:55:45.786" v="6"/>
          <ac:picMkLst>
            <pc:docMk/>
            <pc:sldMk cId="1126530694" sldId="256"/>
            <ac:picMk id="5" creationId="{21CD2A0C-F20E-C251-B694-ADFFBD37B433}"/>
          </ac:picMkLst>
        </pc:picChg>
        <pc:picChg chg="mod">
          <ac:chgData name="Felix Han" userId="80b1d1c253b4c48f" providerId="LiveId" clId="{E464A01F-8572-4F70-8569-0DBADB764DEC}" dt="2026-02-26T04:56:15.929" v="13" actId="1076"/>
          <ac:picMkLst>
            <pc:docMk/>
            <pc:sldMk cId="1126530694" sldId="256"/>
            <ac:picMk id="6" creationId="{0B8BDC46-6E69-1DBB-29D9-341CDCAF8BF8}"/>
          </ac:picMkLst>
        </pc:picChg>
        <pc:picChg chg="add mod">
          <ac:chgData name="Felix Han" userId="80b1d1c253b4c48f" providerId="LiveId" clId="{E464A01F-8572-4F70-8569-0DBADB764DEC}" dt="2026-02-26T04:55:45.786" v="6"/>
          <ac:picMkLst>
            <pc:docMk/>
            <pc:sldMk cId="1126530694" sldId="256"/>
            <ac:picMk id="7" creationId="{C70ED1E4-9CF5-9314-7E3B-0744AC5F6237}"/>
          </ac:picMkLst>
        </pc:picChg>
        <pc:picChg chg="mod">
          <ac:chgData name="Felix Han" userId="80b1d1c253b4c48f" providerId="LiveId" clId="{E464A01F-8572-4F70-8569-0DBADB764DEC}" dt="2026-02-26T04:56:15.929" v="13" actId="1076"/>
          <ac:picMkLst>
            <pc:docMk/>
            <pc:sldMk cId="1126530694" sldId="256"/>
            <ac:picMk id="8" creationId="{688E1DAB-1601-2C7E-1939-299A6DD27124}"/>
          </ac:picMkLst>
        </pc:picChg>
        <pc:picChg chg="add mod">
          <ac:chgData name="Felix Han" userId="80b1d1c253b4c48f" providerId="LiveId" clId="{E464A01F-8572-4F70-8569-0DBADB764DEC}" dt="2026-02-26T04:55:45.786" v="6"/>
          <ac:picMkLst>
            <pc:docMk/>
            <pc:sldMk cId="1126530694" sldId="256"/>
            <ac:picMk id="11" creationId="{D98D9600-3346-6BC0-F258-0C8DB52AC090}"/>
          </ac:picMkLst>
        </pc:picChg>
        <pc:picChg chg="add del mod">
          <ac:chgData name="Felix Han" userId="80b1d1c253b4c48f" providerId="LiveId" clId="{E464A01F-8572-4F70-8569-0DBADB764DEC}" dt="2026-02-26T04:56:13.495" v="12" actId="478"/>
          <ac:picMkLst>
            <pc:docMk/>
            <pc:sldMk cId="1126530694" sldId="256"/>
            <ac:picMk id="14" creationId="{F6DFCEB9-3628-E97B-C641-D57230C1C977}"/>
          </ac:picMkLst>
        </pc:picChg>
        <pc:picChg chg="add mod">
          <ac:chgData name="Felix Han" userId="80b1d1c253b4c48f" providerId="LiveId" clId="{E464A01F-8572-4F70-8569-0DBADB764DEC}" dt="2026-02-26T04:56:16.978" v="14" actId="1076"/>
          <ac:picMkLst>
            <pc:docMk/>
            <pc:sldMk cId="1126530694" sldId="256"/>
            <ac:picMk id="15" creationId="{819E58EB-BC20-3978-2A7F-C344A263395B}"/>
          </ac:picMkLst>
        </pc:picChg>
        <pc:picChg chg="add mod">
          <ac:chgData name="Felix Han" userId="80b1d1c253b4c48f" providerId="LiveId" clId="{E464A01F-8572-4F70-8569-0DBADB764DEC}" dt="2026-02-26T04:57:05.663" v="28"/>
          <ac:picMkLst>
            <pc:docMk/>
            <pc:sldMk cId="1126530694" sldId="256"/>
            <ac:picMk id="19" creationId="{3A535FEA-AA44-47FB-F0FA-D96E28F51368}"/>
          </ac:picMkLst>
        </pc:picChg>
        <pc:picChg chg="add del">
          <ac:chgData name="Felix Han" userId="80b1d1c253b4c48f" providerId="LiveId" clId="{E464A01F-8572-4F70-8569-0DBADB764DEC}" dt="2026-02-26T04:57:11.078" v="30" actId="21"/>
          <ac:picMkLst>
            <pc:docMk/>
            <pc:sldMk cId="1126530694" sldId="256"/>
            <ac:picMk id="23" creationId="{F84F5E87-9234-A61B-5D81-033C4CF771D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A36B7-E7DA-148C-CF54-2C6504B8B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8E1A7D-5E7B-3314-5C84-C466B5CFB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210BA-81AB-BDCA-0AEC-4F7095CB8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A0B5-509D-4F0D-95D7-20027C3BD6FE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3E954C-1AA1-2F39-1148-B902BD874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5B7FCA-81D9-5E7C-27F2-B677DE80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76FC-2669-450D-89E4-073EADBA9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82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94DE2-185B-325E-58D0-1D2AB985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3AEEFD-7FCB-E36D-F4A7-3BDD9A4D9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30F344-2DA2-D9BE-2BA6-E32006BFE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A0B5-509D-4F0D-95D7-20027C3BD6FE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CA9311-6F6F-A0CF-0B59-C4FD4DCF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6317D1-2C27-43BB-38CC-E3C219F2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76FC-2669-450D-89E4-073EADBA9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543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BE389-1A0E-329B-2AFA-B64C18E8B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343BA3-CCD3-63BB-5AAE-C9D8F1C1B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3B4AE3-6E87-F711-CE8C-90798B43D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A0B5-509D-4F0D-95D7-20027C3BD6FE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E8630B-E6A1-B091-DB07-0F72220CA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E99790-DF94-12EE-EE77-2EEFCF91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76FC-2669-450D-89E4-073EADBA9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377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609540-BCE9-FAF6-7878-A9136237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A5F9C8-1202-8BE4-8A12-B3BB2FCDD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8A54F4-1207-BCC8-9BD9-68212D925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25D5CD-E398-E6B4-2E7F-1D60BE5BC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A0B5-509D-4F0D-95D7-20027C3BD6FE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8C3872-D696-E736-4525-6BB80DB4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401C12-A557-4103-837A-78B2FD2E4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76FC-2669-450D-89E4-073EADBA9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347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D1A8B-37F7-8293-2591-047838B6A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ABE5AB-6E47-859C-DEAE-B7AA47E41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138303-B7F7-167E-EA1B-BEAA29827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4B1A5F-19C1-35BF-4CD4-59F2ED2F2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D356D5-4F77-6CA2-864E-F2C812CBB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A5FD5F-8868-39D1-8E53-36E695BF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A0B5-509D-4F0D-95D7-20027C3BD6FE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5D135E-C731-C954-4726-9106DD74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D0AE69F-7BB2-A8D6-675E-EC4B9173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76FC-2669-450D-89E4-073EADBA9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5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9B73C-D434-AC1E-D937-2F438E64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35E468-B46F-38F6-4DB0-9917378D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A0B5-509D-4F0D-95D7-20027C3BD6FE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1CC9FE-B2A4-536F-8DA3-6B8BBF63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C3A3F3-2151-BACE-C11D-B6B50028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76FC-2669-450D-89E4-073EADBA9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23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EE869C-B808-0728-7066-32DD4E2A9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A0B5-509D-4F0D-95D7-20027C3BD6FE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552746-8A32-5E04-85A1-F534C9A14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FE3B28-61F9-39E3-3855-5FB315E91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76FC-2669-450D-89E4-073EADBA9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328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C91B15-5CB3-9E11-842C-A7C60236B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132B13-B28B-FF3C-3A40-0859B13CA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C66E74-29FB-3483-2433-3A16C4275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5D59EA-7008-AAC5-F1EA-56A3BA128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A0B5-509D-4F0D-95D7-20027C3BD6FE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AA7EDE-A5B2-C716-F87B-49E8A442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3D0920-1636-728F-C48F-D53E4D35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76FC-2669-450D-89E4-073EADBA9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5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ABCD2-ED65-04CF-59D6-2B0282FF0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35632D-3BAD-743F-81EB-52B8720EBE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96BABB-5D3D-4A47-3215-2406B2A7B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069420-FE3A-1B88-0915-189F6289A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A0B5-509D-4F0D-95D7-20027C3BD6FE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FD3DE4-35F5-9AD0-7CB2-CD17AA368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649011-897B-3E7D-C811-2C861C62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76FC-2669-450D-89E4-073EADBA9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131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9304B-EFF9-F8C5-79D2-C766620D2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CCFB28-0EF6-DD2C-2B6C-2AA1A9683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CE34B-0461-5E9A-99EF-08D7E975F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A0B5-509D-4F0D-95D7-20027C3BD6FE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E8A68C-E6C0-46F3-4A70-730FFC7B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74D2C-4D10-0941-E742-F9B37D24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76FC-2669-450D-89E4-073EADBA9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959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E614368-4478-C3A8-D004-5C15E7B88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7E1AFB-DBEB-018B-1031-CD67EB5DF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522E2F-36CB-F715-B9F1-892BC986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A0B5-509D-4F0D-95D7-20027C3BD6FE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D72BB4-0709-B5B7-C950-D8D61AA5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46D114-98D4-348E-2E3D-788073210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76FC-2669-450D-89E4-073EADBA9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33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7CEFE4-A3AB-758B-9E42-508E98E04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2DA437-F7F1-D05C-6087-6E5F31F64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55FBD4-B7FD-F8D6-0D3B-70F803FC0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1A0B5-509D-4F0D-95D7-20027C3BD6FE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8FBFF3-EDAA-46FF-56C1-084B5D131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BDBF43-A377-429D-CB36-44E71E3DC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C76FC-2669-450D-89E4-073EADBA9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61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전자제품, 텍스트, 회로, 전자 공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8BDC46-6E69-1DBB-29D9-341CDCAF8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488947" y="4118198"/>
            <a:ext cx="1333686" cy="2295845"/>
          </a:xfrm>
          <a:prstGeom prst="rect">
            <a:avLst/>
          </a:prstGeom>
        </p:spPr>
      </p:pic>
      <p:pic>
        <p:nvPicPr>
          <p:cNvPr id="8" name="그림 7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8E1DAB-1601-2C7E-1939-299A6DD27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012" y="4599277"/>
            <a:ext cx="2162477" cy="571580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3700278-9664-D7E9-5748-BBCAF7E043EA}"/>
              </a:ext>
            </a:extLst>
          </p:cNvPr>
          <p:cNvSpPr/>
          <p:nvPr/>
        </p:nvSpPr>
        <p:spPr>
          <a:xfrm>
            <a:off x="5571601" y="4720596"/>
            <a:ext cx="394474" cy="32894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" name="그림 1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3CDA58-459A-FF79-37CC-4B07027C2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011" y="5400275"/>
            <a:ext cx="2162477" cy="571580"/>
          </a:xfrm>
          <a:prstGeom prst="rect">
            <a:avLst/>
          </a:prstGeom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1782A704-14E2-D752-3A64-7402C40D8776}"/>
              </a:ext>
            </a:extLst>
          </p:cNvPr>
          <p:cNvSpPr/>
          <p:nvPr/>
        </p:nvSpPr>
        <p:spPr>
          <a:xfrm>
            <a:off x="5571601" y="5521594"/>
            <a:ext cx="394474" cy="32894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45318A-1577-75A3-348E-B8DD630FA719}"/>
              </a:ext>
            </a:extLst>
          </p:cNvPr>
          <p:cNvSpPr/>
          <p:nvPr/>
        </p:nvSpPr>
        <p:spPr>
          <a:xfrm>
            <a:off x="7411975" y="4885067"/>
            <a:ext cx="844952" cy="763380"/>
          </a:xfrm>
          <a:prstGeom prst="rect">
            <a:avLst/>
          </a:prstGeom>
          <a:solidFill>
            <a:srgbClr val="302D35"/>
          </a:solidFill>
          <a:ln>
            <a:solidFill>
              <a:srgbClr val="2F2B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19E58EB-BC20-3978-2A7F-C344A2633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5" t="12279" r="29030" b="12783"/>
          <a:stretch>
            <a:fillRect/>
          </a:stretch>
        </p:blipFill>
        <p:spPr bwMode="auto">
          <a:xfrm>
            <a:off x="4235700" y="998883"/>
            <a:ext cx="3460750" cy="2519680"/>
          </a:xfrm>
          <a:prstGeom prst="rect">
            <a:avLst/>
          </a:prstGeom>
          <a:noFill/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A0AFD3C-CC86-038F-9B06-86DC38672BBD}"/>
              </a:ext>
            </a:extLst>
          </p:cNvPr>
          <p:cNvSpPr/>
          <p:nvPr/>
        </p:nvSpPr>
        <p:spPr>
          <a:xfrm>
            <a:off x="6648046" y="1877033"/>
            <a:ext cx="844952" cy="763380"/>
          </a:xfrm>
          <a:prstGeom prst="rect">
            <a:avLst/>
          </a:prstGeom>
          <a:solidFill>
            <a:srgbClr val="302D35"/>
          </a:solidFill>
          <a:ln>
            <a:solidFill>
              <a:srgbClr val="2F2B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37157AE-B2D6-759B-AC13-42DBAFE6317C}"/>
              </a:ext>
            </a:extLst>
          </p:cNvPr>
          <p:cNvSpPr/>
          <p:nvPr/>
        </p:nvSpPr>
        <p:spPr>
          <a:xfrm>
            <a:off x="6539696" y="1832394"/>
            <a:ext cx="983848" cy="876082"/>
          </a:xfrm>
          <a:prstGeom prst="rect">
            <a:avLst/>
          </a:prstGeom>
          <a:solidFill>
            <a:srgbClr val="302D35"/>
          </a:solidFill>
          <a:ln>
            <a:solidFill>
              <a:srgbClr val="2F2B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42547B-A276-A17D-7F5A-7ED1FD4444F8}"/>
              </a:ext>
            </a:extLst>
          </p:cNvPr>
          <p:cNvSpPr/>
          <p:nvPr/>
        </p:nvSpPr>
        <p:spPr>
          <a:xfrm>
            <a:off x="7492998" y="1769597"/>
            <a:ext cx="474562" cy="10016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53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Han</dc:creator>
  <cp:lastModifiedBy>Felix Han</cp:lastModifiedBy>
  <cp:revision>1</cp:revision>
  <dcterms:created xsi:type="dcterms:W3CDTF">2026-02-26T02:18:33Z</dcterms:created>
  <dcterms:modified xsi:type="dcterms:W3CDTF">2026-02-26T05:03:34Z</dcterms:modified>
</cp:coreProperties>
</file>